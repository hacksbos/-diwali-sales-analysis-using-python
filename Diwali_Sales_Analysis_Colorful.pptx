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70216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7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2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6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1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59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1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34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78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97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61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98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51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32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5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F6600"/>
                </a:solidFill>
              </a:defRPr>
            </a:pPr>
            <a:r>
              <a:t>DIWALI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Prepared by: Sanjeet Kumar</a:t>
            </a:r>
          </a:p>
          <a:p>
            <a:pPr>
              <a:defRPr sz="2400">
                <a:solidFill>
                  <a:srgbClr val="0066CC"/>
                </a:solidFill>
              </a:defRPr>
            </a:pPr>
            <a:r>
              <a:t>Dataset: 11K+ Records</a:t>
            </a:r>
          </a:p>
          <a:p>
            <a:pPr>
              <a:defRPr sz="2400">
                <a:solidFill>
                  <a:srgbClr val="0066CC"/>
                </a:solidFill>
              </a:defRPr>
            </a:pPr>
            <a:r>
              <a:t>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Analysis of Diwali sales data (11K+ records)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Includes demographics: gender, age, occupation, state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Objective: Study customer behavior, products &amp; regional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Identify sales patterns &amp; customer profiles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Find top states, age groups &amp; occupations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Spot best-selling product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Tools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Python, Pandas, NumPy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Matplotlib, Seaborn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1. Import &amp; inspect data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2. Clean (nulls, duplicates, drop extras)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3. Transform (naming, types)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4. EDA (gender, age, state, occupation)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5. Draw insights &amp;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Sales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Women contributed more revenue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Female-focused campaigns effective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Sales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26–35 age group = highest buyers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Focus on digital &amp; social media 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State-wise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Top states: Maharashtra, UP, Delhi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More stock &amp; promotions needed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Marital Status &amp; Occupation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Married customers spent more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IT, Healthcare, Automation = key buyers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Product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Top: Fashion, Electronics, Household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Few product IDs generated high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Women &amp; 26–35 are top buyers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Maharashtra, UP, Delhi lead sales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Married &amp; IT/Healthcare important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Few products drive majority sales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Target women &amp; young professionals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Strengthen inventory in top states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Bundle offers for best-sellers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Corporate deals for IT/Healthcare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Regular EDA &amp; A/B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Targeted marketing &amp; inventory boost ROI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Next: Predictive inventory &amp;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• Dataset: Company/Kaggle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Tools: Python, Pandas, NumPy, Matplotlib, Seaborn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Articles: Economic Times, Business Standard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</TotalTime>
  <Words>330</Words>
  <Application>Microsoft Office PowerPoint</Application>
  <PresentationFormat>On-screen Show (4:3)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Parallax</vt:lpstr>
      <vt:lpstr>DIWALI SALES ANALYSIS</vt:lpstr>
      <vt:lpstr>Introduction</vt:lpstr>
      <vt:lpstr>Objectives</vt:lpstr>
      <vt:lpstr>Tools &amp; Technology</vt:lpstr>
      <vt:lpstr>Methodology</vt:lpstr>
      <vt:lpstr>Sales by Gender</vt:lpstr>
      <vt:lpstr>Sales by Age Group</vt:lpstr>
      <vt:lpstr>State-wise Sales</vt:lpstr>
      <vt:lpstr>Marital Status &amp; Occupation</vt:lpstr>
      <vt:lpstr>Product Analysis</vt:lpstr>
      <vt:lpstr>Key Findings</vt:lpstr>
      <vt:lpstr>Business Recommendations</vt:lpstr>
      <vt:lpstr>Conclusion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DIWALI SALES ANALYSIS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2025-09-19T07:22:05Z</dcterms:modified>
  <cp:category/>
</cp:coreProperties>
</file>